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90" r:id="rId2"/>
    <p:sldId id="291" r:id="rId3"/>
    <p:sldId id="292" r:id="rId4"/>
    <p:sldId id="293" r:id="rId5"/>
    <p:sldId id="294" r:id="rId6"/>
    <p:sldId id="295" r:id="rId7"/>
    <p:sldId id="296" r:id="rId8"/>
    <p:sldId id="298" r:id="rId9"/>
    <p:sldId id="299" r:id="rId10"/>
    <p:sldId id="300" r:id="rId11"/>
    <p:sldId id="301" r:id="rId12"/>
    <p:sldId id="302" r:id="rId13"/>
    <p:sldId id="303" r:id="rId14"/>
    <p:sldId id="304" r:id="rId15"/>
    <p:sldId id="305" r:id="rId16"/>
    <p:sldId id="306" r:id="rId17"/>
    <p:sldId id="307" r:id="rId18"/>
    <p:sldId id="308" r:id="rId19"/>
    <p:sldId id="309"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38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man Shrivastava" userId="S::ashrivastava@edunetfoundation.org::c21995ab-fa37-4cde-b5a3-dec0fb9e9a10" providerId="AD" clId="Web-{E27D249D-B118-0810-7731-E1B1C378D9D3}"/>
    <pc:docChg chg="modSld">
      <pc:chgData name="Aman Shrivastava" userId="S::ashrivastava@edunetfoundation.org::c21995ab-fa37-4cde-b5a3-dec0fb9e9a10" providerId="AD" clId="Web-{E27D249D-B118-0810-7731-E1B1C378D9D3}" dt="2026-06-19T09:09:54.163" v="1" actId="20577"/>
      <pc:docMkLst>
        <pc:docMk/>
      </pc:docMkLst>
      <pc:sldChg chg="modSp">
        <pc:chgData name="Aman Shrivastava" userId="S::ashrivastava@edunetfoundation.org::c21995ab-fa37-4cde-b5a3-dec0fb9e9a10" providerId="AD" clId="Web-{E27D249D-B118-0810-7731-E1B1C378D9D3}" dt="2026-06-19T09:09:54.163" v="1" actId="20577"/>
        <pc:sldMkLst>
          <pc:docMk/>
          <pc:sldMk cId="3764405840" sldId="278"/>
        </pc:sldMkLst>
        <pc:spChg chg="mod">
          <ac:chgData name="Aman Shrivastava" userId="S::ashrivastava@edunetfoundation.org::c21995ab-fa37-4cde-b5a3-dec0fb9e9a10" providerId="AD" clId="Web-{E27D249D-B118-0810-7731-E1B1C378D9D3}" dt="2026-06-19T09:09:54.163" v="1" actId="20577"/>
          <ac:spMkLst>
            <pc:docMk/>
            <pc:sldMk cId="3764405840" sldId="278"/>
            <ac:spMk id="3" creationId="{4A7608B5-9906-EFCF-959A-E89FC2E3EE19}"/>
          </ac:spMkLst>
        </pc:spChg>
      </pc:sldChg>
    </pc:docChg>
  </pc:docChgLst>
  <pc:docChgLst>
    <pc:chgData name="Bhupesh Vyankat Ther" userId="S::bvther@edunetfoundation.org::3dcf1697-dd97-45f9-859f-b5bba4487417" providerId="AD" clId="Web-{9DDCDCB8-E336-06C9-9BC1-C212CD122CD0}"/>
    <pc:docChg chg="modSld">
      <pc:chgData name="Bhupesh Vyankat Ther" userId="S::bvther@edunetfoundation.org::3dcf1697-dd97-45f9-859f-b5bba4487417" providerId="AD" clId="Web-{9DDCDCB8-E336-06C9-9BC1-C212CD122CD0}" dt="2026-06-23T04:41:50.196" v="0" actId="1076"/>
      <pc:docMkLst>
        <pc:docMk/>
      </pc:docMkLst>
      <pc:sldChg chg="modSp">
        <pc:chgData name="Bhupesh Vyankat Ther" userId="S::bvther@edunetfoundation.org::3dcf1697-dd97-45f9-859f-b5bba4487417" providerId="AD" clId="Web-{9DDCDCB8-E336-06C9-9BC1-C212CD122CD0}" dt="2026-06-23T04:41:50.196" v="0" actId="1076"/>
        <pc:sldMkLst>
          <pc:docMk/>
          <pc:sldMk cId="1229047658" sldId="288"/>
        </pc:sldMkLst>
        <pc:picChg chg="mod">
          <ac:chgData name="Bhupesh Vyankat Ther" userId="S::bvther@edunetfoundation.org::3dcf1697-dd97-45f9-859f-b5bba4487417" providerId="AD" clId="Web-{9DDCDCB8-E336-06C9-9BC1-C212CD122CD0}" dt="2026-06-23T04:41:50.196" v="0" actId="1076"/>
          <ac:picMkLst>
            <pc:docMk/>
            <pc:sldMk cId="1229047658" sldId="288"/>
            <ac:picMk id="4" creationId="{A037CFD0-B7FF-D9BE-3433-88E5844EF332}"/>
          </ac:picMkLst>
        </pc:picChg>
      </pc:sldChg>
    </pc:docChg>
  </pc:docChgLst>
  <pc:docChgLst>
    <pc:chgData name="Aswini Kumar Motapothula" userId="S::aswinikumar@edunetfoundation.org::8849ae8d-bc89-4217-899c-9440ffcae5bb" providerId="AD" clId="Web-{5597DED7-87E9-8FFE-C42B-07F44890EE69}"/>
    <pc:docChg chg="addSld delSld">
      <pc:chgData name="Aswini Kumar Motapothula" userId="S::aswinikumar@edunetfoundation.org::8849ae8d-bc89-4217-899c-9440ffcae5bb" providerId="AD" clId="Web-{5597DED7-87E9-8FFE-C42B-07F44890EE69}" dt="2026-07-14T12:42:56.737" v="35"/>
      <pc:docMkLst>
        <pc:docMk/>
      </pc:docMkLst>
      <pc:sldChg chg="del">
        <pc:chgData name="Aswini Kumar Motapothula" userId="S::aswinikumar@edunetfoundation.org::8849ae8d-bc89-4217-899c-9440ffcae5bb" providerId="AD" clId="Web-{5597DED7-87E9-8FFE-C42B-07F44890EE69}" dt="2026-07-14T12:42:56.737" v="35"/>
        <pc:sldMkLst>
          <pc:docMk/>
          <pc:sldMk cId="0" sldId="257"/>
        </pc:sldMkLst>
      </pc:sldChg>
      <pc:sldChg chg="del">
        <pc:chgData name="Aswini Kumar Motapothula" userId="S::aswinikumar@edunetfoundation.org::8849ae8d-bc89-4217-899c-9440ffcae5bb" providerId="AD" clId="Web-{5597DED7-87E9-8FFE-C42B-07F44890EE69}" dt="2026-07-14T12:42:56.737" v="29"/>
        <pc:sldMkLst>
          <pc:docMk/>
          <pc:sldMk cId="0" sldId="262"/>
        </pc:sldMkLst>
      </pc:sldChg>
      <pc:sldChg chg="del">
        <pc:chgData name="Aswini Kumar Motapothula" userId="S::aswinikumar@edunetfoundation.org::8849ae8d-bc89-4217-899c-9440ffcae5bb" providerId="AD" clId="Web-{5597DED7-87E9-8FFE-C42B-07F44890EE69}" dt="2026-07-14T12:42:56.737" v="28"/>
        <pc:sldMkLst>
          <pc:docMk/>
          <pc:sldMk cId="0" sldId="264"/>
        </pc:sldMkLst>
      </pc:sldChg>
      <pc:sldChg chg="del">
        <pc:chgData name="Aswini Kumar Motapothula" userId="S::aswinikumar@edunetfoundation.org::8849ae8d-bc89-4217-899c-9440ffcae5bb" providerId="AD" clId="Web-{5597DED7-87E9-8FFE-C42B-07F44890EE69}" dt="2026-07-14T12:42:56.721" v="21"/>
        <pc:sldMkLst>
          <pc:docMk/>
          <pc:sldMk cId="0" sldId="276"/>
        </pc:sldMkLst>
      </pc:sldChg>
      <pc:sldChg chg="del">
        <pc:chgData name="Aswini Kumar Motapothula" userId="S::aswinikumar@edunetfoundation.org::8849ae8d-bc89-4217-899c-9440ffcae5bb" providerId="AD" clId="Web-{5597DED7-87E9-8FFE-C42B-07F44890EE69}" dt="2026-07-14T12:42:56.737" v="27"/>
        <pc:sldMkLst>
          <pc:docMk/>
          <pc:sldMk cId="2115484872" sldId="277"/>
        </pc:sldMkLst>
      </pc:sldChg>
      <pc:sldChg chg="del">
        <pc:chgData name="Aswini Kumar Motapothula" userId="S::aswinikumar@edunetfoundation.org::8849ae8d-bc89-4217-899c-9440ffcae5bb" providerId="AD" clId="Web-{5597DED7-87E9-8FFE-C42B-07F44890EE69}" dt="2026-07-14T12:42:56.737" v="32"/>
        <pc:sldMkLst>
          <pc:docMk/>
          <pc:sldMk cId="3764405840" sldId="278"/>
        </pc:sldMkLst>
      </pc:sldChg>
      <pc:sldChg chg="del">
        <pc:chgData name="Aswini Kumar Motapothula" userId="S::aswinikumar@edunetfoundation.org::8849ae8d-bc89-4217-899c-9440ffcae5bb" providerId="AD" clId="Web-{5597DED7-87E9-8FFE-C42B-07F44890EE69}" dt="2026-07-14T12:42:56.737" v="30"/>
        <pc:sldMkLst>
          <pc:docMk/>
          <pc:sldMk cId="2772501912" sldId="279"/>
        </pc:sldMkLst>
      </pc:sldChg>
      <pc:sldChg chg="del">
        <pc:chgData name="Aswini Kumar Motapothula" userId="S::aswinikumar@edunetfoundation.org::8849ae8d-bc89-4217-899c-9440ffcae5bb" providerId="AD" clId="Web-{5597DED7-87E9-8FFE-C42B-07F44890EE69}" dt="2026-07-14T12:42:56.721" v="24"/>
        <pc:sldMkLst>
          <pc:docMk/>
          <pc:sldMk cId="2136706720" sldId="280"/>
        </pc:sldMkLst>
      </pc:sldChg>
      <pc:sldChg chg="del">
        <pc:chgData name="Aswini Kumar Motapothula" userId="S::aswinikumar@edunetfoundation.org::8849ae8d-bc89-4217-899c-9440ffcae5bb" providerId="AD" clId="Web-{5597DED7-87E9-8FFE-C42B-07F44890EE69}" dt="2026-07-14T12:42:56.737" v="31"/>
        <pc:sldMkLst>
          <pc:docMk/>
          <pc:sldMk cId="328526394" sldId="281"/>
        </pc:sldMkLst>
      </pc:sldChg>
      <pc:sldChg chg="del">
        <pc:chgData name="Aswini Kumar Motapothula" userId="S::aswinikumar@edunetfoundation.org::8849ae8d-bc89-4217-899c-9440ffcae5bb" providerId="AD" clId="Web-{5597DED7-87E9-8FFE-C42B-07F44890EE69}" dt="2026-07-14T12:42:56.737" v="34"/>
        <pc:sldMkLst>
          <pc:docMk/>
          <pc:sldMk cId="2952584201" sldId="282"/>
        </pc:sldMkLst>
      </pc:sldChg>
      <pc:sldChg chg="del">
        <pc:chgData name="Aswini Kumar Motapothula" userId="S::aswinikumar@edunetfoundation.org::8849ae8d-bc89-4217-899c-9440ffcae5bb" providerId="AD" clId="Web-{5597DED7-87E9-8FFE-C42B-07F44890EE69}" dt="2026-07-14T12:42:42.455" v="20"/>
        <pc:sldMkLst>
          <pc:docMk/>
          <pc:sldMk cId="957564641" sldId="283"/>
        </pc:sldMkLst>
      </pc:sldChg>
      <pc:sldChg chg="del">
        <pc:chgData name="Aswini Kumar Motapothula" userId="S::aswinikumar@edunetfoundation.org::8849ae8d-bc89-4217-899c-9440ffcae5bb" providerId="AD" clId="Web-{5597DED7-87E9-8FFE-C42B-07F44890EE69}" dt="2026-07-14T12:42:56.737" v="33"/>
        <pc:sldMkLst>
          <pc:docMk/>
          <pc:sldMk cId="2290294991" sldId="285"/>
        </pc:sldMkLst>
      </pc:sldChg>
      <pc:sldChg chg="del">
        <pc:chgData name="Aswini Kumar Motapothula" userId="S::aswinikumar@edunetfoundation.org::8849ae8d-bc89-4217-899c-9440ffcae5bb" providerId="AD" clId="Web-{5597DED7-87E9-8FFE-C42B-07F44890EE69}" dt="2026-07-14T12:42:56.737" v="26"/>
        <pc:sldMkLst>
          <pc:docMk/>
          <pc:sldMk cId="917964102" sldId="286"/>
        </pc:sldMkLst>
      </pc:sldChg>
      <pc:sldChg chg="del">
        <pc:chgData name="Aswini Kumar Motapothula" userId="S::aswinikumar@edunetfoundation.org::8849ae8d-bc89-4217-899c-9440ffcae5bb" providerId="AD" clId="Web-{5597DED7-87E9-8FFE-C42B-07F44890EE69}" dt="2026-07-14T12:42:56.721" v="25"/>
        <pc:sldMkLst>
          <pc:docMk/>
          <pc:sldMk cId="2605851928" sldId="287"/>
        </pc:sldMkLst>
      </pc:sldChg>
      <pc:sldChg chg="del">
        <pc:chgData name="Aswini Kumar Motapothula" userId="S::aswinikumar@edunetfoundation.org::8849ae8d-bc89-4217-899c-9440ffcae5bb" providerId="AD" clId="Web-{5597DED7-87E9-8FFE-C42B-07F44890EE69}" dt="2026-07-14T12:42:56.721" v="23"/>
        <pc:sldMkLst>
          <pc:docMk/>
          <pc:sldMk cId="1229047658" sldId="288"/>
        </pc:sldMkLst>
      </pc:sldChg>
      <pc:sldChg chg="del">
        <pc:chgData name="Aswini Kumar Motapothula" userId="S::aswinikumar@edunetfoundation.org::8849ae8d-bc89-4217-899c-9440ffcae5bb" providerId="AD" clId="Web-{5597DED7-87E9-8FFE-C42B-07F44890EE69}" dt="2026-07-14T12:42:56.721" v="22"/>
        <pc:sldMkLst>
          <pc:docMk/>
          <pc:sldMk cId="2506610743" sldId="289"/>
        </pc:sldMkLst>
      </pc:sldChg>
      <pc:sldChg chg="add">
        <pc:chgData name="Aswini Kumar Motapothula" userId="S::aswinikumar@edunetfoundation.org::8849ae8d-bc89-4217-899c-9440ffcae5bb" providerId="AD" clId="Web-{5597DED7-87E9-8FFE-C42B-07F44890EE69}" dt="2026-07-14T12:42:28.157" v="0"/>
        <pc:sldMkLst>
          <pc:docMk/>
          <pc:sldMk cId="3828559527" sldId="290"/>
        </pc:sldMkLst>
      </pc:sldChg>
      <pc:sldChg chg="add">
        <pc:chgData name="Aswini Kumar Motapothula" userId="S::aswinikumar@edunetfoundation.org::8849ae8d-bc89-4217-899c-9440ffcae5bb" providerId="AD" clId="Web-{5597DED7-87E9-8FFE-C42B-07F44890EE69}" dt="2026-07-14T12:42:28.204" v="1"/>
        <pc:sldMkLst>
          <pc:docMk/>
          <pc:sldMk cId="952317876" sldId="291"/>
        </pc:sldMkLst>
      </pc:sldChg>
      <pc:sldChg chg="add">
        <pc:chgData name="Aswini Kumar Motapothula" userId="S::aswinikumar@edunetfoundation.org::8849ae8d-bc89-4217-899c-9440ffcae5bb" providerId="AD" clId="Web-{5597DED7-87E9-8FFE-C42B-07F44890EE69}" dt="2026-07-14T12:42:28.266" v="2"/>
        <pc:sldMkLst>
          <pc:docMk/>
          <pc:sldMk cId="261653373" sldId="292"/>
        </pc:sldMkLst>
      </pc:sldChg>
      <pc:sldChg chg="add">
        <pc:chgData name="Aswini Kumar Motapothula" userId="S::aswinikumar@edunetfoundation.org::8849ae8d-bc89-4217-899c-9440ffcae5bb" providerId="AD" clId="Web-{5597DED7-87E9-8FFE-C42B-07F44890EE69}" dt="2026-07-14T12:42:28.313" v="3"/>
        <pc:sldMkLst>
          <pc:docMk/>
          <pc:sldMk cId="619459906" sldId="293"/>
        </pc:sldMkLst>
      </pc:sldChg>
      <pc:sldChg chg="add">
        <pc:chgData name="Aswini Kumar Motapothula" userId="S::aswinikumar@edunetfoundation.org::8849ae8d-bc89-4217-899c-9440ffcae5bb" providerId="AD" clId="Web-{5597DED7-87E9-8FFE-C42B-07F44890EE69}" dt="2026-07-14T12:42:28.360" v="4"/>
        <pc:sldMkLst>
          <pc:docMk/>
          <pc:sldMk cId="443603904" sldId="294"/>
        </pc:sldMkLst>
      </pc:sldChg>
      <pc:sldChg chg="add">
        <pc:chgData name="Aswini Kumar Motapothula" userId="S::aswinikumar@edunetfoundation.org::8849ae8d-bc89-4217-899c-9440ffcae5bb" providerId="AD" clId="Web-{5597DED7-87E9-8FFE-C42B-07F44890EE69}" dt="2026-07-14T12:42:28.563" v="5"/>
        <pc:sldMkLst>
          <pc:docMk/>
          <pc:sldMk cId="3114963633" sldId="295"/>
        </pc:sldMkLst>
      </pc:sldChg>
      <pc:sldChg chg="add">
        <pc:chgData name="Aswini Kumar Motapothula" userId="S::aswinikumar@edunetfoundation.org::8849ae8d-bc89-4217-899c-9440ffcae5bb" providerId="AD" clId="Web-{5597DED7-87E9-8FFE-C42B-07F44890EE69}" dt="2026-07-14T12:42:28.735" v="6"/>
        <pc:sldMkLst>
          <pc:docMk/>
          <pc:sldMk cId="1316545553" sldId="296"/>
        </pc:sldMkLst>
      </pc:sldChg>
      <pc:sldChg chg="add">
        <pc:chgData name="Aswini Kumar Motapothula" userId="S::aswinikumar@edunetfoundation.org::8849ae8d-bc89-4217-899c-9440ffcae5bb" providerId="AD" clId="Web-{5597DED7-87E9-8FFE-C42B-07F44890EE69}" dt="2026-07-14T12:42:28.923" v="7"/>
        <pc:sldMkLst>
          <pc:docMk/>
          <pc:sldMk cId="232371894" sldId="297"/>
        </pc:sldMkLst>
      </pc:sldChg>
      <pc:sldChg chg="add">
        <pc:chgData name="Aswini Kumar Motapothula" userId="S::aswinikumar@edunetfoundation.org::8849ae8d-bc89-4217-899c-9440ffcae5bb" providerId="AD" clId="Web-{5597DED7-87E9-8FFE-C42B-07F44890EE69}" dt="2026-07-14T12:42:29.094" v="8"/>
        <pc:sldMkLst>
          <pc:docMk/>
          <pc:sldMk cId="445195169" sldId="298"/>
        </pc:sldMkLst>
      </pc:sldChg>
      <pc:sldChg chg="add">
        <pc:chgData name="Aswini Kumar Motapothula" userId="S::aswinikumar@edunetfoundation.org::8849ae8d-bc89-4217-899c-9440ffcae5bb" providerId="AD" clId="Web-{5597DED7-87E9-8FFE-C42B-07F44890EE69}" dt="2026-07-14T12:42:29.235" v="9"/>
        <pc:sldMkLst>
          <pc:docMk/>
          <pc:sldMk cId="4000696967" sldId="299"/>
        </pc:sldMkLst>
      </pc:sldChg>
      <pc:sldChg chg="add">
        <pc:chgData name="Aswini Kumar Motapothula" userId="S::aswinikumar@edunetfoundation.org::8849ae8d-bc89-4217-899c-9440ffcae5bb" providerId="AD" clId="Web-{5597DED7-87E9-8FFE-C42B-07F44890EE69}" dt="2026-07-14T12:42:29.345" v="10"/>
        <pc:sldMkLst>
          <pc:docMk/>
          <pc:sldMk cId="893417001" sldId="300"/>
        </pc:sldMkLst>
      </pc:sldChg>
      <pc:sldChg chg="add">
        <pc:chgData name="Aswini Kumar Motapothula" userId="S::aswinikumar@edunetfoundation.org::8849ae8d-bc89-4217-899c-9440ffcae5bb" providerId="AD" clId="Web-{5597DED7-87E9-8FFE-C42B-07F44890EE69}" dt="2026-07-14T12:42:29.548" v="11"/>
        <pc:sldMkLst>
          <pc:docMk/>
          <pc:sldMk cId="1429961814" sldId="301"/>
        </pc:sldMkLst>
      </pc:sldChg>
      <pc:sldChg chg="add">
        <pc:chgData name="Aswini Kumar Motapothula" userId="S::aswinikumar@edunetfoundation.org::8849ae8d-bc89-4217-899c-9440ffcae5bb" providerId="AD" clId="Web-{5597DED7-87E9-8FFE-C42B-07F44890EE69}" dt="2026-07-14T12:42:29.704" v="12"/>
        <pc:sldMkLst>
          <pc:docMk/>
          <pc:sldMk cId="3585092305" sldId="302"/>
        </pc:sldMkLst>
      </pc:sldChg>
      <pc:sldChg chg="add">
        <pc:chgData name="Aswini Kumar Motapothula" userId="S::aswinikumar@edunetfoundation.org::8849ae8d-bc89-4217-899c-9440ffcae5bb" providerId="AD" clId="Web-{5597DED7-87E9-8FFE-C42B-07F44890EE69}" dt="2026-07-14T12:42:29.876" v="13"/>
        <pc:sldMkLst>
          <pc:docMk/>
          <pc:sldMk cId="2601907186" sldId="303"/>
        </pc:sldMkLst>
      </pc:sldChg>
      <pc:sldChg chg="add">
        <pc:chgData name="Aswini Kumar Motapothula" userId="S::aswinikumar@edunetfoundation.org::8849ae8d-bc89-4217-899c-9440ffcae5bb" providerId="AD" clId="Web-{5597DED7-87E9-8FFE-C42B-07F44890EE69}" dt="2026-07-14T12:42:29.938" v="14"/>
        <pc:sldMkLst>
          <pc:docMk/>
          <pc:sldMk cId="2325282270" sldId="304"/>
        </pc:sldMkLst>
      </pc:sldChg>
      <pc:sldChg chg="add">
        <pc:chgData name="Aswini Kumar Motapothula" userId="S::aswinikumar@edunetfoundation.org::8849ae8d-bc89-4217-899c-9440ffcae5bb" providerId="AD" clId="Web-{5597DED7-87E9-8FFE-C42B-07F44890EE69}" dt="2026-07-14T12:42:29.970" v="15"/>
        <pc:sldMkLst>
          <pc:docMk/>
          <pc:sldMk cId="4040412275" sldId="305"/>
        </pc:sldMkLst>
      </pc:sldChg>
      <pc:sldChg chg="add">
        <pc:chgData name="Aswini Kumar Motapothula" userId="S::aswinikumar@edunetfoundation.org::8849ae8d-bc89-4217-899c-9440ffcae5bb" providerId="AD" clId="Web-{5597DED7-87E9-8FFE-C42B-07F44890EE69}" dt="2026-07-14T12:42:30.016" v="16"/>
        <pc:sldMkLst>
          <pc:docMk/>
          <pc:sldMk cId="740028465" sldId="306"/>
        </pc:sldMkLst>
      </pc:sldChg>
      <pc:sldChg chg="add">
        <pc:chgData name="Aswini Kumar Motapothula" userId="S::aswinikumar@edunetfoundation.org::8849ae8d-bc89-4217-899c-9440ffcae5bb" providerId="AD" clId="Web-{5597DED7-87E9-8FFE-C42B-07F44890EE69}" dt="2026-07-14T12:42:30.157" v="17"/>
        <pc:sldMkLst>
          <pc:docMk/>
          <pc:sldMk cId="2833482715" sldId="307"/>
        </pc:sldMkLst>
      </pc:sldChg>
      <pc:sldChg chg="add">
        <pc:chgData name="Aswini Kumar Motapothula" userId="S::aswinikumar@edunetfoundation.org::8849ae8d-bc89-4217-899c-9440ffcae5bb" providerId="AD" clId="Web-{5597DED7-87E9-8FFE-C42B-07F44890EE69}" dt="2026-07-14T12:42:30.282" v="18"/>
        <pc:sldMkLst>
          <pc:docMk/>
          <pc:sldMk cId="4175177701" sldId="308"/>
        </pc:sldMkLst>
      </pc:sldChg>
      <pc:sldChg chg="add">
        <pc:chgData name="Aswini Kumar Motapothula" userId="S::aswinikumar@edunetfoundation.org::8849ae8d-bc89-4217-899c-9440ffcae5bb" providerId="AD" clId="Web-{5597DED7-87E9-8FFE-C42B-07F44890EE69}" dt="2026-07-14T12:42:30.391" v="19"/>
        <pc:sldMkLst>
          <pc:docMk/>
          <pc:sldMk cId="1440137342" sldId="309"/>
        </pc:sldMkLst>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77648171"/>
              </p:ext>
            </p:extLst>
          </p:nvPr>
        </p:nvGraphicFramePr>
        <p:xfrm>
          <a:off x="1189703" y="2600315"/>
          <a:ext cx="9504544" cy="2167128"/>
        </p:xfrm>
        <a:graphic>
          <a:graphicData uri="http://schemas.openxmlformats.org/drawingml/2006/table">
            <a:tbl>
              <a:tblPr>
                <a:noFill/>
                <a:tableStyleId>{0AAD8F4D-43EB-41E5-8A38-28AB6DFB1B60}</a:tableStyleId>
              </a:tblPr>
              <a:tblGrid>
                <a:gridCol w="1984861">
                  <a:extLst>
                    <a:ext uri="{9D8B030D-6E8A-4147-A177-3AD203B41FA5}">
                      <a16:colId xmlns:a16="http://schemas.microsoft.com/office/drawing/2014/main" val="20000"/>
                    </a:ext>
                  </a:extLst>
                </a:gridCol>
                <a:gridCol w="2506561">
                  <a:extLst>
                    <a:ext uri="{9D8B030D-6E8A-4147-A177-3AD203B41FA5}">
                      <a16:colId xmlns:a16="http://schemas.microsoft.com/office/drawing/2014/main" val="20002"/>
                    </a:ext>
                  </a:extLst>
                </a:gridCol>
                <a:gridCol w="2506561">
                  <a:extLst>
                    <a:ext uri="{9D8B030D-6E8A-4147-A177-3AD203B41FA5}">
                      <a16:colId xmlns:a16="http://schemas.microsoft.com/office/drawing/2014/main" val="20003"/>
                    </a:ext>
                  </a:extLst>
                </a:gridCol>
                <a:gridCol w="2506561">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sz="2000" dirty="0"/>
                        <a:t>Aryan Deepak Shete</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shetearyan479@gmail.com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7507505880</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954107"/>
          </a:xfrm>
          <a:prstGeom prst="rect">
            <a:avLst/>
          </a:prstGeom>
          <a:noFill/>
        </p:spPr>
        <p:txBody>
          <a:bodyPr wrap="square" rtlCol="0">
            <a:spAutoFit/>
          </a:bodyPr>
          <a:lstStyle/>
          <a:p>
            <a:r>
              <a:rPr lang="en-US" sz="2400" b="1" dirty="0"/>
              <a:t>Domain of  Project – </a:t>
            </a:r>
            <a:r>
              <a:rPr lang="en-US" sz="2800" b="1" dirty="0"/>
              <a:t>AI-powered Social Media Analytics and Content Generation Platform </a:t>
            </a:r>
            <a:endParaRPr lang="en-IN" sz="28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523220"/>
          </a:xfrm>
          <a:prstGeom prst="rect">
            <a:avLst/>
          </a:prstGeom>
          <a:noFill/>
        </p:spPr>
        <p:txBody>
          <a:bodyPr wrap="square" rtlCol="0">
            <a:spAutoFit/>
          </a:bodyPr>
          <a:lstStyle/>
          <a:p>
            <a:r>
              <a:rPr lang="en-US" sz="2400" b="1" dirty="0"/>
              <a:t>Project Tile – </a:t>
            </a:r>
            <a:r>
              <a:rPr lang="en-US" sz="2800" b="1" dirty="0">
                <a:highlight>
                  <a:srgbClr val="FFFF00"/>
                </a:highlight>
              </a:rPr>
              <a:t>Social Media AI Agent</a:t>
            </a:r>
            <a:endParaRPr lang="en-IN" sz="28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5" name="Picture 4">
            <a:extLst>
              <a:ext uri="{FF2B5EF4-FFF2-40B4-BE49-F238E27FC236}">
                <a16:creationId xmlns:a16="http://schemas.microsoft.com/office/drawing/2014/main" id="{059EB6EB-A094-7EE4-83DA-9EEE5304735C}"/>
              </a:ext>
            </a:extLst>
          </p:cNvPr>
          <p:cNvPicPr>
            <a:picLocks noChangeAspect="1"/>
          </p:cNvPicPr>
          <p:nvPr/>
        </p:nvPicPr>
        <p:blipFill>
          <a:blip r:embed="rId3"/>
          <a:stretch>
            <a:fillRect/>
          </a:stretch>
        </p:blipFill>
        <p:spPr>
          <a:xfrm>
            <a:off x="3587007" y="3683878"/>
            <a:ext cx="1506103" cy="940721"/>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739759"/>
          </a:xfrm>
          <a:prstGeom prst="rect">
            <a:avLst/>
          </a:prstGeom>
          <a:noFill/>
        </p:spPr>
        <p:txBody>
          <a:bodyPr wrap="square" rtlCol="0">
            <a:spAutoFit/>
          </a:bodyPr>
          <a:lstStyle/>
          <a:p>
            <a:pPr fontAlgn="base"/>
            <a:r>
              <a:rPr lang="en-US" b="1" dirty="0"/>
              <a:t>Problem Statement : social media agent</a:t>
            </a:r>
            <a:endParaRPr lang="en-US" dirty="0"/>
          </a:p>
          <a:p>
            <a:pPr fontAlgn="base"/>
            <a:endParaRPr lang="en-US" b="1" dirty="0"/>
          </a:p>
          <a:p>
            <a:r>
              <a:rPr lang="en-IN" sz="2000" dirty="0"/>
              <a:t>Social media platforms generate massive amounts of content every minute, making it difficult for brands, influencers, and organizations to monitor trends, understand audience sentiment, track competitors, and create engaging content consistently. Managing multiple platforms often results in scattered insights, delayed responses, and ineffective marketing decisions.</a:t>
            </a:r>
          </a:p>
          <a:p>
            <a:endParaRPr lang="en-IN" sz="2000" dirty="0"/>
          </a:p>
          <a:p>
            <a:r>
              <a:rPr lang="en-IN" sz="2000" dirty="0"/>
              <a:t>The objective of this project is to develop an </a:t>
            </a:r>
            <a:r>
              <a:rPr lang="en-IN" sz="2000" b="1" dirty="0"/>
              <a:t>AI-powered Social Media Intelligence Agent</a:t>
            </a:r>
            <a:r>
              <a:rPr lang="en-IN" sz="2000" dirty="0"/>
              <a:t> that consolidates data from platforms such as X, LinkedIn, Instagram, and Facebook into a single intelligent system. The agent uses </a:t>
            </a:r>
            <a:r>
              <a:rPr lang="en-IN" sz="2000" b="1" dirty="0"/>
              <a:t>IBM </a:t>
            </a:r>
            <a:r>
              <a:rPr lang="en-IN" sz="2000" b="1" dirty="0" err="1"/>
              <a:t>Langflow</a:t>
            </a:r>
            <a:r>
              <a:rPr lang="en-IN" sz="2000" b="1" dirty="0"/>
              <a:t> / IBM Orchestrate</a:t>
            </a:r>
            <a:r>
              <a:rPr lang="en-IN" sz="2000" dirty="0"/>
              <a:t> and </a:t>
            </a:r>
            <a:r>
              <a:rPr lang="en-IN" sz="2000" b="1" dirty="0"/>
              <a:t>IBM Foundation Models</a:t>
            </a:r>
            <a:r>
              <a:rPr lang="en-IN" sz="2000" dirty="0"/>
              <a:t> to </a:t>
            </a:r>
            <a:r>
              <a:rPr lang="en-IN" sz="2000" dirty="0" err="1"/>
              <a:t>analyze</a:t>
            </a:r>
            <a:r>
              <a:rPr lang="en-IN" sz="2000" dirty="0"/>
              <a:t> trends, monitor audience sentiment, generate creative social media content, recommend the best posting times, and provide actionable insights through an interactive dashboard. By combining predictive analytics with AI-driven content generation, the solution helps users improve engagement, optimize campaigns, and make faster, data-driven social media decisions.</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016758"/>
          </a:xfrm>
          <a:prstGeom prst="rect">
            <a:avLst/>
          </a:prstGeom>
          <a:noFill/>
        </p:spPr>
        <p:txBody>
          <a:bodyPr wrap="square" rtlCol="0">
            <a:spAutoFit/>
          </a:bodyPr>
          <a:lstStyle/>
          <a:p>
            <a:r>
              <a:rPr lang="en-IN" sz="2000" dirty="0"/>
              <a:t>The proposed solution is an </a:t>
            </a:r>
            <a:r>
              <a:rPr lang="en-IN" sz="2000" b="1" dirty="0"/>
              <a:t>AI-powered Social Media Intelligence Agent</a:t>
            </a:r>
            <a:r>
              <a:rPr lang="en-IN" sz="2000" dirty="0"/>
              <a:t> that acts as an intelligent assistant for brands, influencers, and organizations to simplify social media management. The agent integrates data from multiple social media platforms, including </a:t>
            </a:r>
            <a:r>
              <a:rPr lang="en-IN" sz="2000" b="1" dirty="0"/>
              <a:t>X, LinkedIn, Instagram, and Facebook</a:t>
            </a:r>
            <a:r>
              <a:rPr lang="en-IN" sz="2000" dirty="0"/>
              <a:t>, and transforms it into meaningful, actionable insights.</a:t>
            </a:r>
          </a:p>
          <a:p>
            <a:endParaRPr lang="en-IN" sz="2000" dirty="0"/>
          </a:p>
          <a:p>
            <a:r>
              <a:rPr lang="en-IN" sz="2000" dirty="0"/>
              <a:t>Using </a:t>
            </a:r>
            <a:r>
              <a:rPr lang="en-IN" sz="2000" b="1" dirty="0"/>
              <a:t>IBM </a:t>
            </a:r>
            <a:r>
              <a:rPr lang="en-IN" sz="2000" b="1" dirty="0" err="1"/>
              <a:t>Langflow</a:t>
            </a:r>
            <a:r>
              <a:rPr lang="en-IN" sz="2000" b="1" dirty="0"/>
              <a:t> / IBM Orchestrate</a:t>
            </a:r>
            <a:r>
              <a:rPr lang="en-IN" sz="2000" dirty="0"/>
              <a:t> and </a:t>
            </a:r>
            <a:r>
              <a:rPr lang="en-IN" sz="2000" b="1" dirty="0"/>
              <a:t>IBM Foundation Models</a:t>
            </a:r>
            <a:r>
              <a:rPr lang="en-IN" sz="2000" dirty="0"/>
              <a:t>, the agent enables users to interact through </a:t>
            </a:r>
            <a:r>
              <a:rPr lang="en-IN" sz="2000" b="1" dirty="0"/>
              <a:t>text, images, or voice</a:t>
            </a:r>
            <a:r>
              <a:rPr lang="en-IN" sz="2000" dirty="0"/>
              <a:t> to generate engaging social media posts, captions, campaign ideas, and hashtag recommendations tailored to their brand identity. It also </a:t>
            </a:r>
            <a:r>
              <a:rPr lang="en-IN" sz="2000" dirty="0" err="1"/>
              <a:t>analyzes</a:t>
            </a:r>
            <a:r>
              <a:rPr lang="en-IN" sz="2000" dirty="0"/>
              <a:t> audience sentiment, monitors competitor activities, predicts trending topics and engagement patterns, and recommends the best posting schedules to maximize reach.</a:t>
            </a:r>
          </a:p>
          <a:p>
            <a:endParaRPr lang="en-IN" sz="2000" dirty="0"/>
          </a:p>
          <a:p>
            <a:r>
              <a:rPr lang="en-IN" sz="2000" dirty="0"/>
              <a:t>A real-time analytics dashboard provides visual insights into engagement trends, influencer activity, campaign performance, and audience sentiment. By combining AI-driven content creation, predictive analytics, and intelligent recommendations, the solution helps users save time, improve engagement, and make data-driven decisions for more effective social media marketing.</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43677"/>
            <a:ext cx="8823960" cy="2585323"/>
          </a:xfrm>
          <a:prstGeom prst="rect">
            <a:avLst/>
          </a:prstGeom>
          <a:noFill/>
        </p:spPr>
        <p:txBody>
          <a:bodyPr wrap="square" rtlCol="0">
            <a:spAutoFit/>
          </a:bodyPr>
          <a:lstStyle/>
          <a:p>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
        <p:nvSpPr>
          <p:cNvPr id="9" name="Rectangle 8">
            <a:extLst>
              <a:ext uri="{FF2B5EF4-FFF2-40B4-BE49-F238E27FC236}">
                <a16:creationId xmlns:a16="http://schemas.microsoft.com/office/drawing/2014/main" id="{6FFF7BC6-93D0-8D42-34B7-C226B1B96C2D}"/>
              </a:ext>
            </a:extLst>
          </p:cNvPr>
          <p:cNvSpPr/>
          <p:nvPr/>
        </p:nvSpPr>
        <p:spPr>
          <a:xfrm>
            <a:off x="4250700" y="2029968"/>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a:extLst>
              <a:ext uri="{FF2B5EF4-FFF2-40B4-BE49-F238E27FC236}">
                <a16:creationId xmlns:a16="http://schemas.microsoft.com/office/drawing/2014/main" id="{A6C81E80-ED7B-4240-A8EE-0221D9ACD900}"/>
              </a:ext>
            </a:extLst>
          </p:cNvPr>
          <p:cNvSpPr/>
          <p:nvPr/>
        </p:nvSpPr>
        <p:spPr>
          <a:xfrm rot="8280234">
            <a:off x="7719727" y="1520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7DACA117-3DD9-19DC-53E8-A936C62347BE}"/>
              </a:ext>
            </a:extLst>
          </p:cNvPr>
          <p:cNvPicPr>
            <a:picLocks noChangeAspect="1"/>
          </p:cNvPicPr>
          <p:nvPr/>
        </p:nvPicPr>
        <p:blipFill>
          <a:blip r:embed="rId3"/>
          <a:stretch>
            <a:fillRect/>
          </a:stretch>
        </p:blipFill>
        <p:spPr>
          <a:xfrm>
            <a:off x="0" y="1563328"/>
            <a:ext cx="12192000" cy="5294671"/>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4" name="Picture 3">
            <a:extLst>
              <a:ext uri="{FF2B5EF4-FFF2-40B4-BE49-F238E27FC236}">
                <a16:creationId xmlns:a16="http://schemas.microsoft.com/office/drawing/2014/main" id="{6C254FB5-D54B-9E2F-0D91-92A0341D007A}"/>
              </a:ext>
            </a:extLst>
          </p:cNvPr>
          <p:cNvPicPr>
            <a:picLocks noChangeAspect="1"/>
          </p:cNvPicPr>
          <p:nvPr/>
        </p:nvPicPr>
        <p:blipFill>
          <a:blip r:embed="rId3"/>
          <a:stretch>
            <a:fillRect/>
          </a:stretch>
        </p:blipFill>
        <p:spPr>
          <a:xfrm>
            <a:off x="0" y="1199534"/>
            <a:ext cx="12192000" cy="5658465"/>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3" name="Picture 2">
            <a:extLst>
              <a:ext uri="{FF2B5EF4-FFF2-40B4-BE49-F238E27FC236}">
                <a16:creationId xmlns:a16="http://schemas.microsoft.com/office/drawing/2014/main" id="{81932CE2-F219-0CA8-0102-55B8C682B8A2}"/>
              </a:ext>
            </a:extLst>
          </p:cNvPr>
          <p:cNvPicPr>
            <a:picLocks noChangeAspect="1"/>
          </p:cNvPicPr>
          <p:nvPr/>
        </p:nvPicPr>
        <p:blipFill>
          <a:blip r:embed="rId3"/>
          <a:stretch>
            <a:fillRect/>
          </a:stretch>
        </p:blipFill>
        <p:spPr>
          <a:xfrm>
            <a:off x="535570" y="675732"/>
            <a:ext cx="11468100" cy="6181725"/>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2246769"/>
          </a:xfrm>
          <a:prstGeom prst="rect">
            <a:avLst/>
          </a:prstGeom>
          <a:noFill/>
        </p:spPr>
        <p:txBody>
          <a:bodyPr wrap="square" rtlCol="0">
            <a:spAutoFit/>
          </a:bodyPr>
          <a:lstStyle/>
          <a:p>
            <a:r>
              <a:rPr lang="en-US" sz="2000" b="1" dirty="0"/>
              <a:t>Role of Agentic AI in Nutrition Agent</a:t>
            </a:r>
          </a:p>
          <a:p>
            <a:endParaRPr lang="en-US" sz="2000" b="1" dirty="0"/>
          </a:p>
          <a:p>
            <a:r>
              <a:rPr lang="en-IN" sz="2000" dirty="0"/>
              <a:t>The </a:t>
            </a:r>
            <a:r>
              <a:rPr lang="en-IN" sz="2000" b="1" dirty="0"/>
              <a:t>Agentic AI</a:t>
            </a:r>
            <a:r>
              <a:rPr lang="en-IN" sz="2000" dirty="0"/>
              <a:t> serves as the intelligent decision-making core of the Social Media Intelligence Agent. Unlike traditional AI systems that only respond to user queries, Agentic AI can </a:t>
            </a:r>
            <a:r>
              <a:rPr lang="en-IN" sz="2000" dirty="0" err="1"/>
              <a:t>analyze</a:t>
            </a:r>
            <a:r>
              <a:rPr lang="en-IN" sz="2000" dirty="0"/>
              <a:t> information, reason, make recommendations, and proactively assist users in achieving their social media goals</a:t>
            </a:r>
            <a:r>
              <a:rPr lang="en-IN" dirty="0"/>
              <a:t>.</a:t>
            </a:r>
            <a:endParaRPr lang="en-US" b="1" dirty="0"/>
          </a:p>
        </p:txBody>
      </p:sp>
    </p:spTree>
    <p:extLst>
      <p:ext uri="{BB962C8B-B14F-4D97-AF65-F5344CB8AC3E}">
        <p14:creationId xmlns:p14="http://schemas.microsoft.com/office/powerpoint/2010/main" val="4000696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C81444F5-0692-DD67-1759-70821E53B029}"/>
              </a:ext>
            </a:extLst>
          </p:cNvPr>
          <p:cNvPicPr>
            <a:picLocks noChangeAspect="1"/>
          </p:cNvPicPr>
          <p:nvPr/>
        </p:nvPicPr>
        <p:blipFill>
          <a:blip r:embed="rId4"/>
          <a:stretch>
            <a:fillRect/>
          </a:stretch>
        </p:blipFill>
        <p:spPr>
          <a:xfrm>
            <a:off x="6159601" y="2451181"/>
            <a:ext cx="572452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893417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B0452281-3DA5-62F9-1AD2-388F4B0E0A1F}"/>
              </a:ext>
            </a:extLst>
          </p:cNvPr>
          <p:cNvPicPr>
            <a:picLocks noChangeAspect="1"/>
          </p:cNvPicPr>
          <p:nvPr/>
        </p:nvPicPr>
        <p:blipFill>
          <a:blip r:embed="rId3"/>
          <a:stretch>
            <a:fillRect/>
          </a:stretch>
        </p:blipFill>
        <p:spPr>
          <a:xfrm>
            <a:off x="0" y="963560"/>
            <a:ext cx="12192000" cy="5894439"/>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624B31CF-3738-9A9D-C755-82FC2FE0908C}"/>
              </a:ext>
            </a:extLst>
          </p:cNvPr>
          <p:cNvPicPr>
            <a:picLocks noChangeAspect="1"/>
          </p:cNvPicPr>
          <p:nvPr/>
        </p:nvPicPr>
        <p:blipFill>
          <a:blip r:embed="rId3"/>
          <a:stretch>
            <a:fillRect/>
          </a:stretch>
        </p:blipFill>
        <p:spPr>
          <a:xfrm>
            <a:off x="0" y="894734"/>
            <a:ext cx="12192000" cy="5963265"/>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2203BD42-14B1-CB83-FF62-E3B22E89E764}"/>
              </a:ext>
            </a:extLst>
          </p:cNvPr>
          <p:cNvPicPr>
            <a:picLocks noChangeAspect="1"/>
          </p:cNvPicPr>
          <p:nvPr/>
        </p:nvPicPr>
        <p:blipFill>
          <a:blip r:embed="rId3"/>
          <a:stretch>
            <a:fillRect/>
          </a:stretch>
        </p:blipFill>
        <p:spPr>
          <a:xfrm>
            <a:off x="0" y="816976"/>
            <a:ext cx="12192000" cy="6041023"/>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1631216"/>
          </a:xfrm>
          <a:prstGeom prst="rect">
            <a:avLst/>
          </a:prstGeom>
          <a:noFill/>
        </p:spPr>
        <p:txBody>
          <a:bodyPr wrap="square" rtlCol="0">
            <a:spAutoFit/>
          </a:bodyPr>
          <a:lstStyle/>
          <a:p>
            <a:r>
              <a:rPr lang="en-IN" sz="2000" dirty="0"/>
              <a:t>The </a:t>
            </a:r>
            <a:r>
              <a:rPr lang="en-IN" sz="2000" b="1" dirty="0"/>
              <a:t>Social Media Intelligence Agent</a:t>
            </a:r>
            <a:r>
              <a:rPr lang="en-IN" sz="2000" dirty="0"/>
              <a:t> stands out by combining </a:t>
            </a:r>
            <a:r>
              <a:rPr lang="en-IN" sz="2000" b="1" dirty="0"/>
              <a:t>multichannel analytics, generative AI, predictive intelligence, and multimodal interaction</a:t>
            </a:r>
            <a:r>
              <a:rPr lang="en-IN" sz="2000" dirty="0"/>
              <a:t> into a single platform. Unlike traditional social media management tools that mainly focus on scheduling posts or displaying analytics, this solution acts as an intelligent AI assistant that not only </a:t>
            </a:r>
            <a:r>
              <a:rPr lang="en-IN" sz="2000" dirty="0" err="1"/>
              <a:t>analyzes</a:t>
            </a:r>
            <a:r>
              <a:rPr lang="en-IN" sz="2000" dirty="0"/>
              <a:t> data but also recommends actions and generates content in real time.</a:t>
            </a:r>
          </a:p>
        </p:txBody>
      </p:sp>
    </p:spTree>
    <p:extLst>
      <p:ext uri="{BB962C8B-B14F-4D97-AF65-F5344CB8AC3E}">
        <p14:creationId xmlns:p14="http://schemas.microsoft.com/office/powerpoint/2010/main" val="2325282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https://github.com/aryanshete25-dotcom/SOCIAL_MEDIA.git</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endParaRPr lang="en-IN" sz="2000" dirty="0"/>
          </a:p>
          <a:p>
            <a:pPr lvl="0"/>
            <a:r>
              <a:rPr lang="en-IN" sz="2000" b="1" dirty="0"/>
              <a:t>Support for More Platforms:</a:t>
            </a:r>
            <a:r>
              <a:rPr lang="en-IN" sz="2000" dirty="0"/>
              <a:t> Extend support to platforms such as TikTok, YouTube, Pinterest, and Reddit. </a:t>
            </a:r>
          </a:p>
          <a:p>
            <a:pPr lvl="0"/>
            <a:endParaRPr lang="en-IN" sz="2000" dirty="0"/>
          </a:p>
          <a:p>
            <a:pPr lvl="0"/>
            <a:r>
              <a:rPr lang="en-IN" sz="2000" b="1" dirty="0"/>
              <a:t>Automated Publishing:</a:t>
            </a:r>
            <a:r>
              <a:rPr lang="en-IN" sz="2000" dirty="0"/>
              <a:t> Enable direct scheduling and automatic posting across multiple social media platforms. </a:t>
            </a:r>
          </a:p>
          <a:p>
            <a:pPr lvl="0"/>
            <a:endParaRPr lang="en-IN" sz="2000" dirty="0"/>
          </a:p>
          <a:p>
            <a:pPr lvl="0"/>
            <a:r>
              <a:rPr lang="en-IN" sz="2000" b="1" dirty="0"/>
              <a:t>Advanced AI Insights:</a:t>
            </a:r>
            <a:r>
              <a:rPr lang="en-IN" sz="2000" dirty="0"/>
              <a:t> Use machine learning to improve trend prediction, engagement forecasting, and audience </a:t>
            </a:r>
            <a:r>
              <a:rPr lang="en-IN" sz="2000" dirty="0" err="1"/>
              <a:t>behavior</a:t>
            </a:r>
            <a:r>
              <a:rPr lang="en-IN" sz="2000" dirty="0"/>
              <a:t> analysis. </a:t>
            </a:r>
          </a:p>
          <a:p>
            <a:pPr lvl="0"/>
            <a:endParaRPr lang="en-IN" sz="2000" dirty="0"/>
          </a:p>
          <a:p>
            <a:pPr lvl="0"/>
            <a:r>
              <a:rPr lang="en-IN" sz="2000" b="1" dirty="0"/>
              <a:t>Personalized Content Strategy:</a:t>
            </a:r>
            <a:r>
              <a:rPr lang="en-IN" sz="2000" dirty="0"/>
              <a:t> Generate customized content calendars based on user preferences, target audience, and campaign goals.</a:t>
            </a:r>
          </a:p>
          <a:p>
            <a:pPr lvl="0"/>
            <a:r>
              <a:rPr lang="en-IN" sz="2000" dirty="0"/>
              <a:t> </a:t>
            </a:r>
          </a:p>
          <a:p>
            <a:pPr lvl="0"/>
            <a:r>
              <a:rPr lang="en-IN" sz="2000" b="1" dirty="0"/>
              <a:t>Influencer Collaboration:</a:t>
            </a:r>
            <a:r>
              <a:rPr lang="en-IN" sz="2000" dirty="0"/>
              <a:t> Recommend suitable influencers based on audience demographics, engagement, and campaign objectives.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406013" y="5430713"/>
            <a:ext cx="7281264"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7" name="Picture 6">
            <a:extLst>
              <a:ext uri="{FF2B5EF4-FFF2-40B4-BE49-F238E27FC236}">
                <a16:creationId xmlns:a16="http://schemas.microsoft.com/office/drawing/2014/main" id="{EC3DDD0C-AB50-D704-4AD9-827CE688C05B}"/>
              </a:ext>
            </a:extLst>
          </p:cNvPr>
          <p:cNvPicPr>
            <a:picLocks noChangeAspect="1"/>
          </p:cNvPicPr>
          <p:nvPr/>
        </p:nvPicPr>
        <p:blipFill>
          <a:blip r:embed="rId2"/>
          <a:stretch>
            <a:fillRect/>
          </a:stretch>
        </p:blipFill>
        <p:spPr>
          <a:xfrm>
            <a:off x="2335204" y="1213281"/>
            <a:ext cx="7521592" cy="5023932"/>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8" name="Picture 7">
            <a:extLst>
              <a:ext uri="{FF2B5EF4-FFF2-40B4-BE49-F238E27FC236}">
                <a16:creationId xmlns:a16="http://schemas.microsoft.com/office/drawing/2014/main" id="{5949B66D-5B70-E91C-9BCE-564989C5D73A}"/>
              </a:ext>
            </a:extLst>
          </p:cNvPr>
          <p:cNvPicPr>
            <a:picLocks noChangeAspect="1"/>
          </p:cNvPicPr>
          <p:nvPr/>
        </p:nvPicPr>
        <p:blipFill>
          <a:blip r:embed="rId2"/>
          <a:stretch>
            <a:fillRect/>
          </a:stretch>
        </p:blipFill>
        <p:spPr>
          <a:xfrm>
            <a:off x="2220894" y="1416126"/>
            <a:ext cx="7750212" cy="4801016"/>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357</TotalTime>
  <Words>928</Words>
  <Application>Microsoft Office PowerPoint</Application>
  <PresentationFormat>Widescreen</PresentationFormat>
  <Paragraphs>107</Paragraphs>
  <Slides>19</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Vaishnavi Shete</cp:lastModifiedBy>
  <cp:revision>4</cp:revision>
  <dcterms:created xsi:type="dcterms:W3CDTF">2025-07-08T05:06:56Z</dcterms:created>
  <dcterms:modified xsi:type="dcterms:W3CDTF">2026-08-05T09:56:13Z</dcterms:modified>
</cp:coreProperties>
</file>